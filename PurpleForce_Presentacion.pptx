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3474720"/>
            <a:ext cx="731520" cy="731520"/>
          </a:xfrm>
          <a:prstGeom prst="ellipse">
            <a:avLst/>
          </a:prstGeom>
          <a:solidFill>
            <a:srgbClr val="D7BDE2">
              <a:alpha val="70000"/>
            </a:srgbClr>
          </a:solidFill>
          <a:ln w="12700">
            <a:solidFill>
              <a:srgbClr val="D7B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D7BDE2"/>
                </a:solidFill>
              </a:rPr>
              <a:t>⚡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" y="1280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PurpleForce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" y="1874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800" kern="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2743200" cy="36576"/>
          </a:xfrm>
          <a:prstGeom prst="rect">
            <a:avLst/>
          </a:prstGeom>
          <a:solidFill>
            <a:srgbClr val="D7BDE2">
              <a:alpha val="60000"/>
            </a:srgbClr>
          </a:solidFill>
          <a:ln w="12700">
            <a:solidFill>
              <a:srgbClr val="D7BD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" y="2606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García Docío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DAM  ·  Nortempo Formación  ·  2025/26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6400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de Gimnasio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84048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problema?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Gimnasios gestionados con hojas de cálculo,
</a:t>
            </a:r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telefónicas y sin control de aforo.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40480" y="3246120"/>
            <a:ext cx="5029200" cy="1371600"/>
          </a:xfrm>
          <a:prstGeom prst="rect">
            <a:avLst/>
          </a:prstGeom>
          <a:solidFill>
            <a:srgbClr val="6C3483">
              <a:alpha val="80000"/>
            </a:srgbClr>
          </a:solidFill>
          <a:ln w="12700">
            <a:solidFill>
              <a:srgbClr val="D7BD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3364992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Una web que centraliza clases, reservas,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entrenadores, estadísticas e informes.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0" y="475488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Problema detectado y objetivos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56616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ANTES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Reservas por teléfono o papel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305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 control de aforo en tiempo real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6609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instructor no sabe quién viene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19125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Datos dispersos en hojas Excel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7216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 informes de ocupación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4023360" cy="3566160"/>
          </a:xfrm>
          <a:prstGeom prst="rect">
            <a:avLst/>
          </a:prstGeom>
          <a:solidFill>
            <a:srgbClr val="F9F5FD"/>
          </a:solidFill>
          <a:ln w="12700">
            <a:solidFill>
              <a:srgbClr val="D7BD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OBJETIVOS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Reservar clases desde la web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1305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 de aforo transaccional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6609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roles: Admin / Instructor / Socio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19125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Exportar informes en PDF y CSV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72160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Consultas avanzadas y ranking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2377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C3483"/>
                </a:solidFill>
              </a:rPr>
              <a:t>→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686800" y="475488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Tecnologías elegidas  —  y por qué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1600200"/>
          </a:xfrm>
          <a:prstGeom prst="rect">
            <a:avLst/>
          </a:prstGeom>
          <a:solidFill>
            <a:srgbClr val="1E1E2E"/>
          </a:solidFill>
          <a:ln w="12700">
            <a:solidFill>
              <a:srgbClr val="D7BD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64008" cy="16002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☕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29768" y="1691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principal del backend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880360"/>
            <a:ext cx="2743200" cy="1600200"/>
          </a:xfrm>
          <a:prstGeom prst="rect">
            <a:avLst/>
          </a:prstGeom>
          <a:solidFill>
            <a:srgbClr val="1E1E2E"/>
          </a:solidFill>
          <a:ln w="12700">
            <a:solidFill>
              <a:srgbClr val="D7BD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880360"/>
            <a:ext cx="64008" cy="16002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29768" y="35661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" y="3931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Servidor, rutas y dependencias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1005840"/>
            <a:ext cx="2743200" cy="1600200"/>
          </a:xfrm>
          <a:prstGeom prst="rect">
            <a:avLst/>
          </a:prstGeom>
          <a:solidFill>
            <a:srgbClr val="1E1E2E"/>
          </a:solidFill>
          <a:ln w="12700">
            <a:solidFill>
              <a:srgbClr val="D7BD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005840"/>
            <a:ext cx="64008" cy="16002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355848" y="1691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55848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sesiones y BCrypt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54680" y="2880360"/>
            <a:ext cx="2743200" cy="1600200"/>
          </a:xfrm>
          <a:prstGeom prst="rect">
            <a:avLst/>
          </a:prstGeom>
          <a:solidFill>
            <a:srgbClr val="1E1E2E"/>
          </a:solidFill>
          <a:ln w="12700">
            <a:solidFill>
              <a:srgbClr val="D7BD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2880360"/>
            <a:ext cx="64008" cy="16002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55848" y="35661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55848" y="3931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relacional con integridad referencial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1005840"/>
            <a:ext cx="2743200" cy="1600200"/>
          </a:xfrm>
          <a:prstGeom prst="rect">
            <a:avLst/>
          </a:prstGeom>
          <a:solidFill>
            <a:srgbClr val="1E1E2E"/>
          </a:solidFill>
          <a:ln w="12700">
            <a:solidFill>
              <a:srgbClr val="D7BD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1005840"/>
            <a:ext cx="64008" cy="16002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🌿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281928" y="1691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81928" y="2057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renderizado en servidor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880360"/>
            <a:ext cx="2743200" cy="1600200"/>
          </a:xfrm>
          <a:prstGeom prst="rect">
            <a:avLst/>
          </a:prstGeom>
          <a:solidFill>
            <a:srgbClr val="1E1E2E"/>
          </a:solidFill>
          <a:ln w="12700">
            <a:solidFill>
              <a:srgbClr val="D7BD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880360"/>
            <a:ext cx="64008" cy="16002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81928" y="35661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OpenPDF + CSV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81928" y="3931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de informes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0" y="475488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Arquitectura del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560320" cy="3611880"/>
          </a:xfrm>
          <a:prstGeom prst="rect">
            <a:avLst/>
          </a:prstGeom>
          <a:solidFill>
            <a:srgbClr val="D7BDE2"/>
          </a:solidFill>
          <a:ln w="12700">
            <a:solidFill>
              <a:srgbClr val="D7BD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🖥️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2286000"/>
            <a:ext cx="1463040" cy="36576"/>
          </a:xfrm>
          <a:prstGeom prst="rect">
            <a:avLst/>
          </a:prstGeom>
          <a:solidFill>
            <a:srgbClr val="1A1A2E">
              <a:alpha val="4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231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+ HTML/CSS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morado / Bootstrap Icons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2560320"/>
            <a:ext cx="274320" cy="3657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331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3483"/>
                </a:solidFill>
              </a:rPr>
              <a:t>⇄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960120"/>
            <a:ext cx="2560320" cy="3611880"/>
          </a:xfrm>
          <a:prstGeom prst="rect">
            <a:avLst/>
          </a:prstGeom>
          <a:solidFill>
            <a:srgbClr val="6C3483"/>
          </a:solidFill>
          <a:ln w="12700">
            <a:solidFill>
              <a:srgbClr val="D7BD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⚙️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0480" y="2286000"/>
            <a:ext cx="14630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4231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→ Services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· JPA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2560320"/>
            <a:ext cx="274320" cy="3657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2331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3483"/>
                </a:solidFill>
              </a:rPr>
              <a:t>⇄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26480" y="960120"/>
            <a:ext cx="2560320" cy="3611880"/>
          </a:xfrm>
          <a:prstGeom prst="rect">
            <a:avLst/>
          </a:prstGeom>
          <a:solidFill>
            <a:srgbClr val="1A1A2E"/>
          </a:solidFill>
          <a:ln w="12700">
            <a:solidFill>
              <a:srgbClr val="D7BD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🗄️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12648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75120" y="2286000"/>
            <a:ext cx="14630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4231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tablas relacionales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ACID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Socio hace clic → Controller → Service → Repository → MySQL → HTML de vuelta al navegador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475488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Demo — Producto funcional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01168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024128"/>
            <a:ext cx="731520" cy="73152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0241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" y="1874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🔑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2578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rol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063240"/>
            <a:ext cx="1280160" cy="3657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2004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Instructor o Socio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ve su panel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23774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7BDE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441448" y="960120"/>
            <a:ext cx="201168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81528" y="1024128"/>
            <a:ext cx="731520" cy="73152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1528" y="10241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41448" y="1874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487168" y="2578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clases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07208" y="3063240"/>
            <a:ext cx="1280160" cy="3657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7168" y="32004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nivel y fecha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Aforo en tiempo real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53128" y="23774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7BDE2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654296" y="960120"/>
            <a:ext cx="201168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D6A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94376" y="1024128"/>
            <a:ext cx="731520" cy="731520"/>
          </a:xfrm>
          <a:prstGeom prst="ellipse">
            <a:avLst/>
          </a:prstGeom>
          <a:solidFill>
            <a:srgbClr val="1D6A27"/>
          </a:solidFill>
          <a:ln w="12700">
            <a:solidFill>
              <a:srgbClr val="1D6A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94376" y="10241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54296" y="1874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700016" y="2578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0056" y="3063240"/>
            <a:ext cx="1280160" cy="36576"/>
          </a:xfrm>
          <a:prstGeom prst="rect">
            <a:avLst/>
          </a:prstGeom>
          <a:solidFill>
            <a:srgbClr val="1D6A27"/>
          </a:solidFill>
          <a:ln w="12700">
            <a:solidFill>
              <a:srgbClr val="1D6A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32004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transaccional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dobles reservas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65976" y="23774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7BDE2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67144" y="960120"/>
            <a:ext cx="201168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6E2F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07224" y="1024128"/>
            <a:ext cx="731520" cy="731520"/>
          </a:xfrm>
          <a:prstGeom prst="ellipse">
            <a:avLst/>
          </a:prstGeom>
          <a:solidFill>
            <a:srgbClr val="6E2F0A"/>
          </a:solidFill>
          <a:ln w="12700">
            <a:solidFill>
              <a:srgbClr val="6E2F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10241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67144" y="1874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912864" y="2578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32904" y="3063240"/>
            <a:ext cx="1280160" cy="36576"/>
          </a:xfrm>
          <a:prstGeom prst="rect">
            <a:avLst/>
          </a:prstGeom>
          <a:solidFill>
            <a:srgbClr val="6E2F0A"/>
          </a:solidFill>
          <a:ln w="12700">
            <a:solidFill>
              <a:srgbClr val="6E2F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12864" y="32004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del historial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en CSV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 demo: http://localhost:8080  ·  Usuario: admin@purpleforce.com  ·  Contraseña: 1234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686800" y="475488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Retos técnicos  —  y cómo los resolví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1097280"/>
          </a:xfrm>
          <a:prstGeom prst="rect">
            <a:avLst/>
          </a:prstGeom>
          <a:solidFill>
            <a:srgbClr val="FDF2F2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Problema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5331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socios reservan la última plaza a la vez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519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3483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097280"/>
          </a:xfrm>
          <a:prstGeom prst="rect">
            <a:avLst/>
          </a:prstGeom>
          <a:solidFill>
            <a:srgbClr val="F9F5FD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35331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garantiza que solo una operación tenga éxito. MySQL aplica aislamiento REPEATABLE READ.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3931920" cy="1097280"/>
          </a:xfrm>
          <a:prstGeom prst="rect">
            <a:avLst/>
          </a:prstGeom>
          <a:solidFill>
            <a:srgbClr val="FDF2F2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3500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Problema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6517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data.sql duplicaba datos al reiniciar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5196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3483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54880" y="2304288"/>
            <a:ext cx="4114800" cy="1097280"/>
          </a:xfrm>
          <a:prstGeom prst="rect">
            <a:avLst/>
          </a:prstGeom>
          <a:solidFill>
            <a:srgbClr val="F9F5FD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2350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6517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INSERT usa WHERE NOT EXISTS. Los datos son idempotentes en cualquier arranque.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602736"/>
            <a:ext cx="3931920" cy="1097280"/>
          </a:xfrm>
          <a:prstGeom prst="rect">
            <a:avLst/>
          </a:prstGeom>
          <a:solidFill>
            <a:srgbClr val="FDF2F2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6484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Problema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9502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6 cambió la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5196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3483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754880" y="3602736"/>
            <a:ext cx="4114800" cy="1097280"/>
          </a:xfrm>
          <a:prstGeom prst="rect">
            <a:avLst/>
          </a:prstGeom>
          <a:solidFill>
            <a:srgbClr val="F9F5FD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36484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9502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Migré a la nueva configuración lambda-based, eliminando WebSecurityConfigurerAdapter deprecated.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0" y="475488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6C3483">
              <a:alpha val="20000"/>
            </a:srgbClr>
          </a:solidFill>
          <a:ln w="12700">
            <a:solidFill>
              <a:srgbClr val="6C348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Conclusiones y mejoras futuras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Requisitos cumplidos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Producto funcional sin errores graves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Persistencia MySQL + CRUD completo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consultas no triviales (JPQL)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Concurrencia con @Transactional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3291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Exportación PDF y CSV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pruebas JUnit documentadas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4206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README con instrucciones completas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36576" cy="3657600"/>
          </a:xfrm>
          <a:prstGeom prst="rect">
            <a:avLst/>
          </a:prstGeom>
          <a:solidFill>
            <a:srgbClr val="D7BDE2">
              <a:alpha val="50000"/>
            </a:srgbClr>
          </a:solidFill>
          <a:ln w="12700">
            <a:solidFill>
              <a:srgbClr val="D7BD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05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Mejoras futuras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508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Integración con pasarela de pago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20391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Notificaciones por email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46320" y="256946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App móvil (API REST)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46320" y="30998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 Despliegue en la nube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46320" y="36301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Sistema de valoraciones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solidFill>
            <a:srgbClr val="6C3483">
              <a:alpha val="80000"/>
            </a:srgbClr>
          </a:solidFill>
          <a:ln w="12700">
            <a:solidFill>
              <a:srgbClr val="D7B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 ·  ¿Alguna pregunta?  ·  http://localhost:8080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0" y="475488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PurpleForce Gym</dc:title>
  <dc:subject>PptxGenJS Presentation</dc:subject>
  <dc:creator>Daniel García Docío</dc:creator>
  <cp:lastModifiedBy>Daniel García Docío</cp:lastModifiedBy>
  <cp:revision>1</cp:revision>
  <dcterms:created xsi:type="dcterms:W3CDTF">2026-06-03T20:20:25Z</dcterms:created>
  <dcterms:modified xsi:type="dcterms:W3CDTF">2026-06-03T20:20:25Z</dcterms:modified>
</cp:coreProperties>
</file>